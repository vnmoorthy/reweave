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Reweave: self-healing web data pipelines. The one-line pitch: when a website redesign silently breaks your scraper, an agent detects it, repairs it, proves the repair against ground truth, and a named human approves the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pain is real and quantified from r/webscraping research: 10-15% weekly break rate, a solo maintainer caps at ~100 scrapers, and silent failures are the worst — bad data flows for days before anyone notices.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hackathon theme: agents that act, not just answer. Acting agents create real risk, so the interesting engineering problem is the gate — how an agent earns the right to change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30-second story: Sentinel detects silent drift via golden-record validation, Surgeon synthesizes a repaired spec, every candidate is validated against ground truth, a named human approves at the Gate, and the immutable new spec deploys.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is interactive: a judge breaks the site with one click, and watches the full detect-synthesize-validate-approve loop run live in mission control. The approval gate shows exactly what changed and how well it validates.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algorithm: anchor known-true facts in the new DOM, ascend to item containers, generalize shared CSS signatures, and validate every candidate against ALL golden records. LLM suggestions get no shortcut — they pass the same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layered: Reweave's own approval gate, the MCP destructiveHint contract, and TrueForge's harness-level approval policy. Underneath: immutable spec versions, named-actor audit logs, and a deterministic extractor.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sponsor is load-bearing: TrueForge drives Reweave over MCP with a SKILL.md operator pack, Bright Data's Web Unlocker is the fetch layer, and Qodo's quality bar shows in the 13-test pytest suite including full lifecycle E2E.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 is on screen, not in a spreadsheet: the dashboard books every heal to a live ledger. At fleet scale the math is $46,312 a year of recovered toil for a 50-scraper fleet — using conservative per-heal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multi-fleet SaaS, auto-tiered autonomy where repairs earn trust, and drift prediction. The ask: try it, break it, watch it heal — repo and live demo are both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620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42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SELF-HEALING WEB DATA PIPELINES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“Break the site.
</a:t>
            </a:r>
            <a:pPr algn="l" indent="0" marL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agent stitch it back.”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17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repair agent for web scrapers — with a human holding the deploy key.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417320"/>
            <a:ext cx="4892040" cy="3246120"/>
          </a:xfrm>
          <a:prstGeom prst="roundRect">
            <a:avLst>
              <a:gd name="adj" fmla="val 1972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200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0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7251192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187452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reweave run demo://nimbusmart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target site shipped a redesign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drift detected: 8 rows → 0 · 100% nulls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surgeon: 4 selector changes synthesized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validated against 8/8 golden records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heal approved by moorthy → spec v2 live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9 rows · confidence 100% · +$142.50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Harness Hackathon · Aug 30, 2026 · San Francisco · hosted at Bright Data · built on TrueForge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PAIN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scraper maintenance treadmill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22860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9260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scrapers break every single week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55848" y="146304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373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11880" y="22860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3611880" y="29260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scrapers is where a solo maintainer caps out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63056" y="146304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373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19088" y="22860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3200" dirty="0"/>
          </a:p>
        </p:txBody>
      </p:sp>
      <p:sp>
        <p:nvSpPr>
          <p:cNvPr id="15" name="Text 10"/>
          <p:cNvSpPr txBox="1"/>
          <p:nvPr/>
        </p:nvSpPr>
        <p:spPr>
          <a:xfrm>
            <a:off x="6419088" y="29260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vanish into selector fixes, team after team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970264" y="146304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17373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226296" y="22860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3200" dirty="0"/>
          </a:p>
        </p:txBody>
      </p:sp>
      <p:sp>
        <p:nvSpPr>
          <p:cNvPr id="19" name="Text 13"/>
          <p:cNvSpPr txBox="1"/>
          <p:nvPr/>
        </p:nvSpPr>
        <p:spPr>
          <a:xfrm>
            <a:off x="9226296" y="29260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silent bad data — no crash, no alert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121B27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686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 · A 50-SCRAPER FLEET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~325 breaks/yr</a:t>
            </a:r>
            <a:pPr algn="l" indent="0" marL="0">
              <a:buNone/>
            </a:pPr>
            <a:r>
              <a:rPr lang="en-US" sz="17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l" indent="0" marL="0">
              <a:buNone/>
            </a:pPr>
            <a:r>
              <a:rPr lang="en-US" sz="17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~487 engineer-hours</a:t>
            </a:r>
            <a:pPr algn="l" indent="0" marL="0">
              <a:buNone/>
            </a:pPr>
            <a:r>
              <a:rPr lang="en-US" sz="17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l" indent="0" marL="0"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$46,312/yr</a:t>
            </a:r>
            <a:pPr algn="l" indent="0" marL="0">
              <a:buNone/>
            </a:pPr>
            <a:r>
              <a:rPr lang="en-US" sz="17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 pure toil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577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numbers, real pain — sourced from maintainer threads on r/webscraping.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WHY NOW, WHY AGENTS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answer. Agents act.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063240"/>
          </a:xfrm>
          <a:prstGeom prst="roundRect">
            <a:avLst>
              <a:gd name="adj" fmla="val 209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470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245059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CHATBOTS ANSWER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852928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Draft, summarize, suggest. Useful — but a human still does all of the doing.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11480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leverage: low · risk: low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11396" y="1554480"/>
            <a:ext cx="3566160" cy="3063240"/>
          </a:xfrm>
          <a:prstGeom prst="roundRect">
            <a:avLst>
              <a:gd name="adj" fmla="val 209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18470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4004" y="245059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ACT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604004" y="2852928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run pipelines, rewrite specs, deploy changes — real side effects in real systems.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04004" y="411480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leverage: high · risk: high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74152" y="1554480"/>
            <a:ext cx="3566160" cy="3063240"/>
          </a:xfrm>
          <a:prstGeom prst="roundRect">
            <a:avLst>
              <a:gd name="adj" fmla="val 209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8470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45059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NEEDS GATES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2852928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autonomy = evidence-validated repairs, plus a human holding the deploy key.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11480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leverage: kept · risk: governed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hackathon question: what does a trustworthy acting agent look like?
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Reweave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our answer — an agent that acts, proves, and asks before it ships.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WHAT REWEAVE DOES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broken to healed in 30 seconds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30428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56032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5292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Sentinel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Golden-record checks catch silent drift: row collapse, null spikes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496312" y="2606040"/>
            <a:ext cx="35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30068" y="160020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236" y="18288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31236" y="230428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031236" y="256032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031236" y="285292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Surgeon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3031236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Re-anchors known facts, builds a repaired extraction spec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777740" y="2606040"/>
            <a:ext cx="35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111496" y="160020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82880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12664" y="230428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312664" y="256032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312664" y="285292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5312664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must reproduce all golden records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059168" y="2606040"/>
            <a:ext cx="35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92924" y="160020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092" y="182880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94092" y="230428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594092" y="256032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594092" y="285292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Gate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7594092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human reviews diffs, match rates, sample rows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9340596" y="2606040"/>
            <a:ext cx="352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9674352" y="1600200"/>
            <a:ext cx="1965960" cy="2514600"/>
          </a:xfrm>
          <a:prstGeom prst="roundRect">
            <a:avLst>
              <a:gd name="adj" fmla="val 325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1828800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875520" y="230428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9875520" y="256032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875520" y="285292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v2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9875520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version goes live; impact booked to the ledger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48640" y="457200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21B27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" y="45720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</a:t>
            </a:r>
            <a:pPr algn="ctr" indent="0" marL="0">
              <a:buNone/>
            </a:pPr>
            <a:r>
              <a:rPr lang="en-US" sz="19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manual selector surgery becomes a </a:t>
            </a:r>
            <a:pPr algn="ctr" indent="0" marL="0">
              <a:buNone/>
            </a:pPr>
            <a:r>
              <a:rPr lang="en-US" sz="19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</a:t>
            </a:r>
            <a:pPr algn="ctr" indent="0" marL="0">
              <a:buNone/>
            </a:pPr>
            <a:r>
              <a:rPr lang="en-US" sz="19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review-and-approve.</a:t>
            </a:r>
            <a:endParaRPr lang="en-US" sz="19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 DEMO MOMENT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site live. Watch it heal.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" y="1801368"/>
            <a:ext cx="100584" cy="100584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judge clicks “Ship redesign”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target site mutates under the scraper.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" y="2843784"/>
            <a:ext cx="100584" cy="100584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779776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flags drift in seconds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8 rows collapse to 0, every field goes null.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" y="3886200"/>
            <a:ext cx="100584" cy="100584"/>
          </a:xfrm>
          <a:prstGeom prst="ellipse">
            <a:avLst/>
          </a:prstGeom>
          <a:solidFill>
            <a:srgbClr val="39D3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82219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Surgeon proposes a repair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 selector changes, validated at 100% against golden records.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4928616"/>
            <a:ext cx="100584" cy="10058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486460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holds the deploy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until a named human reviews the diff and approves.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89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vnmoorthy.github.io/reweave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41648" y="1316736"/>
            <a:ext cx="7653528" cy="4824603"/>
          </a:xfrm>
          <a:prstGeom prst="roundRect">
            <a:avLst>
              <a:gd name="adj" fmla="val 948"/>
            </a:avLst>
          </a:prstGeom>
          <a:solidFill>
            <a:srgbClr val="121B27"/>
          </a:solidFill>
          <a:ln w="15875">
            <a:solidFill>
              <a:srgbClr val="22303F"/>
            </a:solidFill>
            <a:prstDash val="solid"/>
          </a:ln>
        </p:spPr>
      </p:sp>
      <p:pic>
        <p:nvPicPr>
          <p:cNvPr id="14" name="Image 0" descr="/Users/moorthy/Downloads/Projects/hybridhack/reweave/docs/assets/dashboard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1371600"/>
            <a:ext cx="7543800" cy="471487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096512" y="6196203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control · the approval gate: per-field selector diffs, match rates, sample rows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Record-anchored selector synthesis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329184" cy="329184"/>
          </a:xfrm>
          <a:prstGeom prst="ellipse">
            <a:avLst/>
          </a:prstGeom>
          <a:solidFill>
            <a:srgbClr val="39D3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60704" y="19202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Re-locate known-true facts — titles, prices, urls — anywhere in the redesigned DOM.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87752"/>
            <a:ext cx="329184" cy="329184"/>
          </a:xfrm>
          <a:prstGeom prst="ellipse">
            <a:avLst/>
          </a:prstGeom>
          <a:solidFill>
            <a:srgbClr val="39D3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25694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290779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up from each anchored fact to find the repeating item container.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575304"/>
            <a:ext cx="329184" cy="329184"/>
          </a:xfrm>
          <a:prstGeom prst="ellipse">
            <a:avLst/>
          </a:prstGeom>
          <a:solidFill>
            <a:srgbClr val="39D3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35570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389534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 the shared CSS signature into candidate selectors for every field.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562856"/>
            <a:ext cx="329184" cy="329184"/>
          </a:xfrm>
          <a:prstGeom prst="ellipse">
            <a:avLst/>
          </a:prstGeom>
          <a:solidFill>
            <a:srgbClr val="39D3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4544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488289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only candidates that reproduce ALL golden records — LLM hints face the same bar.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5239512" cy="3977640"/>
          </a:xfrm>
          <a:prstGeom prst="roundRect">
            <a:avLst>
              <a:gd name="adj" fmla="val 1609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177393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SYNTHESIZED REPAIR · heal_d4bd304690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176272"/>
            <a:ext cx="1051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2176272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050" strike="sngStrike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div.product-card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article.tile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strike="sngStrike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h3.product-name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h2.tile__heading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strike="sngStrike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span.price-tag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span.cost__now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strike="sngStrike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a.product-link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ts val="24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a.tile__link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771632" y="2176272"/>
            <a:ext cx="594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3886200"/>
            <a:ext cx="4690872" cy="0"/>
          </a:xfrm>
          <a:prstGeom prst="line">
            <a:avLst/>
          </a:prstGeom>
          <a:noFill/>
          <a:ln w="12700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069080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anchored 8/8 golden records in the new DOM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container generalized: 9 matches on page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every field validated vs 100% of anchors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extractor stays deterministic — no LLM in the hot path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“Evidence over vibes”</a:t>
            </a:r>
            <a:pPr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repair is proven against ground truth before a human ever sees it.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SAFETY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gates between a repair and production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1298448"/>
          </a:xfrm>
          <a:prstGeom prst="roundRect">
            <a:avLst>
              <a:gd name="adj" fmla="val 493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1907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REWEAVE GATE  </a:t>
            </a:r>
            <a:pPr indent="0" marL="0">
              <a:buNone/>
            </a:pPr>
            <a:r>
              <a:rPr lang="en-US" sz="9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· in the product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299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 quarantined until a named human approves — full before/after diffs, per-field match rates, sample rows.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999232"/>
            <a:ext cx="5577840" cy="1298448"/>
          </a:xfrm>
          <a:prstGeom prst="roundRect">
            <a:avLst>
              <a:gd name="adj" fmla="val 493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55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16382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CONTRACT  </a:t>
            </a:r>
            <a:pPr indent="0" marL="0">
              <a:buNone/>
            </a:pPr>
            <a:r>
              <a:rPr lang="en-US" sz="9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· in the protocol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474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approve_heal ships marked destructiveHint — every client knows this tool has consequences.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443984"/>
            <a:ext cx="5577840" cy="1298448"/>
          </a:xfrm>
          <a:prstGeom prst="roundRect">
            <a:avLst>
              <a:gd name="adj" fmla="val 493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70001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6085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TRUEFORGE HARNESS  </a:t>
            </a:r>
            <a:pPr indent="0" marL="0">
              <a:buNone/>
            </a:pPr>
            <a:r>
              <a:rPr lang="en-US" sz="9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· in the harness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9194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TrueForge layers its own human-approval policy on top. Defense in depth, by design.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1600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RECORD KEEPS EVERYONE HONEST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28816" y="2176272"/>
            <a:ext cx="91440" cy="91440"/>
          </a:xfrm>
          <a:prstGeom prst="ellipse">
            <a:avLst/>
          </a:prstGeom>
          <a:solidFill>
            <a:srgbClr val="39D3E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766560" y="2103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spec versions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SQLite registry — rollback is instant, history is forever.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528816" y="3108960"/>
            <a:ext cx="91440" cy="91440"/>
          </a:xfrm>
          <a:prstGeom prst="ellipse">
            <a:avLst/>
          </a:prstGeom>
          <a:solidFill>
            <a:srgbClr val="39D3E6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766560" y="30358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audit-logged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actor's name — accountability, not anonymity.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28816" y="4041648"/>
            <a:ext cx="91440" cy="91440"/>
          </a:xfrm>
          <a:prstGeom prst="ellipse">
            <a:avLst/>
          </a:prstGeom>
          <a:solidFill>
            <a:srgbClr val="39D3E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766560" y="39684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extractor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all intelligence lives in the Surgeon, none in the hot path.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528816" y="4974336"/>
            <a:ext cx="91440" cy="91440"/>
          </a:xfrm>
          <a:prstGeom prst="ellipse">
            <a:avLst/>
          </a:prstGeom>
          <a:solidFill>
            <a:srgbClr val="39D3E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766560" y="490118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ledger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books $142.50 / 90 engineer-minutes per heal — conservatively.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SPONSOR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sponsor stack, end to end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83080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23317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TRUEFOUNDRY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67004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TrueForge harness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063240"/>
            <a:ext cx="2980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Reweave ships as an MCP server that TrueForge drives end-to-end, plus a SKILL.md operator pack and approval policy.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52628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run_pipeline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list_pending_heals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approve_heal · destructiveHint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11396" y="15087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178308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4004" y="23317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DATA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04004" y="267004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Unlocker · our hosts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604004" y="3063240"/>
            <a:ext cx="2980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Unlocker is the fetch layer for hostile production sites — and self-healing extraction extends their data-reliability story.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04004" y="452628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fetch: web-unlocker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any production site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74152" y="15087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8308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23317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QODO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267004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quality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063240"/>
            <a:ext cx="2980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part of the pitch: a deterministic core with full test coverage of the heal lifecycle.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452628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pytest: 13 passed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incl. break→heal→deploy E2E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base: TrueForge · judged by TrueFoundry, Qodo &amp; Bright Data — this build runs on all three.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Toil becomes a 30-second review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7150608" cy="4510278"/>
          </a:xfrm>
          <a:prstGeom prst="roundRect">
            <a:avLst>
              <a:gd name="adj" fmla="val 1014"/>
            </a:avLst>
          </a:prstGeom>
          <a:solidFill>
            <a:srgbClr val="121B27"/>
          </a:solidFill>
          <a:ln w="15875">
            <a:solidFill>
              <a:srgbClr val="22303F"/>
            </a:solidFill>
            <a:prstDash val="solid"/>
          </a:ln>
        </p:spPr>
      </p:sp>
      <p:pic>
        <p:nvPicPr>
          <p:cNvPr id="5" name="Image 0" descr="/Users/moorthy/Downloads/Projects/hybridhack/reweave/docs/assets/dashboard-hea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040880" cy="44005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2759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heal: spec v2 live, 9 rows at 100% confidence, ledger updated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818120" y="1417320"/>
            <a:ext cx="3822192" cy="1371600"/>
          </a:xfrm>
          <a:prstGeom prst="roundRect">
            <a:avLst>
              <a:gd name="adj" fmla="val 4667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$46,312 / yr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selector toil absorbed, per 50-scraper fleet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18120" y="2935224"/>
            <a:ext cx="3822192" cy="1371600"/>
          </a:xfrm>
          <a:prstGeom prst="roundRect">
            <a:avLst>
              <a:gd name="adj" fmla="val 4667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31181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 → 30 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36210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 selector surgery to review-and-approve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18120" y="4453128"/>
            <a:ext cx="3822192" cy="1371600"/>
          </a:xfrm>
          <a:prstGeom prst="roundRect">
            <a:avLst>
              <a:gd name="adj" fmla="val 4667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4636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$142.50 / heal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51389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to a live impact ledger — conservative math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ROADMAP +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190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22402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Multi-fleet SaaS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6060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Sentinel watching thousands of scrapers across teams — heal once, learn everywhere.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11396" y="14630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17190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4004" y="22402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Auto-tiered autonomy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4604004" y="26060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 earn trust: high-confidence heals auto-deploy, risky ones stay gated behind a human.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74152" y="14630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190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66760" y="22402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prediction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8366760" y="26060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selectors decaying before they break — schedule the surgery, skip the outage.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11091672" cy="1828800"/>
          </a:xfrm>
          <a:prstGeom prst="roundRect">
            <a:avLst>
              <a:gd name="adj" fmla="val 3500"/>
            </a:avLst>
          </a:prstGeom>
          <a:solidFill>
            <a:srgbClr val="121B27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686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663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site. Watch the agent stitch it back.
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help us take self-healing pipelines to every fleet.</a:t>
            </a:r>
            <a:endParaRPr lang="en-US" sz="1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82803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39328" y="4800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github.com/vnmoorthy/reweave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528523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339328" y="5257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vnmoorthy.github.io/reweave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528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weave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0177272" y="6528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Reweave — self-healing web data pipelines</dc:title>
  <dc:subject>PptxGenJS Presentation</dc:subject>
  <dc:creator>Reweave</dc:creator>
  <cp:lastModifiedBy>Reweave</cp:lastModifiedBy>
  <cp:revision>1</cp:revision>
  <dcterms:created xsi:type="dcterms:W3CDTF">2026-08-29T23:43:26Z</dcterms:created>
  <dcterms:modified xsi:type="dcterms:W3CDTF">2026-08-29T23:43:26Z</dcterms:modified>
</cp:coreProperties>
</file>